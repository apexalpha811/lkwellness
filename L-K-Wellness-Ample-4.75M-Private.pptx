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private, $4.75M all equity</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PRIVATE INVESTMENT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There is no debt service at any point, so operating income is what the business keeps.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-$42,467 at month 9, against a $1,105,800 working capital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56.8%</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87.4%</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$4.75M of equity, no debt.</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TOTAL RAISE</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$4,750,000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OPERATING INCOME</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$224,801 /mo</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UNLEVERED YIELD</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56.8%</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4,925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The whole project is funded with equity. No lender sits ahead of the investor, there is no debt service against operating income and no covenant to breach. Yield is stated before tax and before any distribution policy, and is defined on the capital page.</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reserve is sized against the modeled cash trough of $42,467 at month 9, not to a round number.</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CAPITAL AND RETURNS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Funded entirely with equity.</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Capital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raised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Senior debt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Modeled cash trough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$42,467 at month 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income, 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Unlevered yield on equity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payback</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month 37, extrapolated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822960"/>
                <a:gridCol w="1508760"/>
                <a:gridCol w="150876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income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Cumulative cash</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-$473,662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$66,337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$1,897,430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$1,963,764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$2,625,676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$4,589,439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$2,697,611 /yr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$4,589,439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868680"/>
          </a:xfrm>
          <a:prstGeom prst="rect">
            <a:avLst/>
          </a:prstGeom>
          <a:noFill/>
          <a:ln/>
        </p:spPr>
        <p:txBody>
          <a:bodyPr wrap="square" rtlCol="0" anchor="t"/>
          <a:lstStyle/>
          <a:p>
            <a:pPr indent="0" marL="0">
              <a:lnSpc>
                <a:spcPct val="115000"/>
              </a:lnSpc>
              <a:buNone/>
            </a:pPr>
            <a:r>
              <a:rPr lang="en-US" sz="850" dirty="0">
                <a:solidFill>
                  <a:srgbClr val="A8A296"/>
                </a:solidFill>
                <a:latin typeface="Calibri" pitchFamily="34" charset="0"/>
                <a:ea typeface="Calibri" pitchFamily="34" charset="-122"/>
                <a:cs typeface="Calibri" pitchFamily="34" charset="-120"/>
              </a:rPr>
              <a:t>Cumulative cash includes the $540,000 of founding-member prepayments collected during construction, which is why Year 1 ends positive on a negative operating year. Payback past month 36 is extrapolated at the stabilized run rate.</a:t>
            </a:r>
            <a:endParaRPr lang="en-US" sz="850" dirty="0"/>
          </a:p>
        </p:txBody>
      </p:sp>
      <p:sp>
        <p:nvSpPr>
          <p:cNvPr id="7" name="Text 3"/>
          <p:cNvSpPr/>
          <p:nvPr/>
        </p:nvSpPr>
        <p:spPr>
          <a:xfrm>
            <a:off x="502920" y="3794760"/>
            <a:ext cx="8138160" cy="777240"/>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Unlevered yield on equity is stabilized annual operating income divided by the amount raised. It is stated before tax, before any distribution policy, before maintenance capital and before any assumption about a sale, so it is not an investor return. No internal rate of return or exit multiple appears in this deck, because nothing in this model supports a terminal value we could source.</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Every dollar of operating income accrues to the equity, because there is no lender to share it with. The other side of that is the absence of leverage: the same business financed with debt would put less cash at risk for the same operating income, and would also put a lender ahead of the investor.</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Funds close,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produces positive operating income.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ramp runs slower than modeled and the cash runs out.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private  ·  $4.75M all equity  ·  4,925 SF  ·  56.8% unlevered yield</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3).</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(4,925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8" name="Text 6"/>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9" name="Text 7"/>
          <p:cNvSpPr/>
          <p:nvPr/>
        </p:nvSpPr>
        <p:spPr>
          <a:xfrm>
            <a:off x="502920" y="2900477"/>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0" name="Text 8"/>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1" name="Text 9"/>
          <p:cNvSpPr/>
          <p:nvPr/>
        </p:nvSpPr>
        <p:spPr>
          <a:xfrm>
            <a:off x="502920" y="332293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2" name="Text 10"/>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3" name="Text 11"/>
          <p:cNvSpPr/>
          <p:nvPr/>
        </p:nvSpPr>
        <p:spPr>
          <a:xfrm>
            <a:off x="502920" y="386608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14" name="Text 12"/>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AND COMPLIANCE</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 $250/SF)</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11" name="Text 9"/>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5" name="Text 3"/>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6" name="Text 4"/>
          <p:cNvSpPr/>
          <p:nvPr/>
        </p:nvSpPr>
        <p:spPr>
          <a:xfrm>
            <a:off x="502920" y="208300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7" name="Text 5"/>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11" name="Text 9"/>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RESERVE</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 on equity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2026-08-17T23:46:37Z</dcterms:created>
  <dcterms:modified xsi:type="dcterms:W3CDTF">2026-08-17T23:46:37Z</dcterms:modified>
</cp:coreProperties>
</file>