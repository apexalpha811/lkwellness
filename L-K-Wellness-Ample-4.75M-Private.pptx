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image" Target="../media/image-13-5.jpe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Playa Vista, California   ·   4,925 SF programmed   ·   $4.75M all-equity project   ·   30% starting stake</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 What they lack is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serves as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FOUNDERS DE-RISK THE RAMP</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single strongest item in this brief for an investor: revenue contracted before the business opens.</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PLAYA VISTA</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centreline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4,500 to 5,500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Workable SF range, contiguous, with storefront frontage</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Ground floor</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Strongly preferred. Plunges, a hyperbaric chamber and a densitometer are heavy</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This is a concept plan, not a plan of a specific building.</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Once a space is signed an architect produces a real test fit against its as-builts.</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on 2 beds.</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672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$259,625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$183,654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a la carte revenue. Members draw down a credit bank against services that would otherwise be paid at list price, so redemption is netted out first.</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A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STABILIZED P&amp;L, PROJECTED</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The whole project is funded with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stake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the first building, and the terms treat it that way.</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Playa Vista exists today. Pro-rata rights are a mechanism, not a pipeline, and are indicative terms subject to definitive documents.</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Playa Vista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 anything unsourced was cut rather than estimated.</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precisely as the fallback scope, and the reserve is sized against the modeled cash trough rather than to a round number.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Doors open to founding members first, public booking the same week. Clinic and club launch together.</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itemise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09"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5"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17"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Circuit consumables are carried separately at $8 a visit across 2,345 monthly visits, or $18,760.</a:t>
            </a:r>
            <a:endParaRPr lang="en-US" sz="10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anaesthetic.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Surgery: facility fee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78–80%</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Disposables, implants, drugs and linens, instrument reprocessing. Clinical staff sits in fixed overhead and the surgeon takes no share of the facility fee, which is why these exceed the treatment-room lines.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Surgery: full fee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73–76%</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As above, plus graft handling and technician time on hair restoration and laser consumables on ablative resurfacing.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ITEMISED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itemised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9" name="Text 7"/>
          <p:cNvSpPr/>
          <p:nvPr/>
        </p:nvSpPr>
        <p:spPr>
          <a:xfrm>
            <a:off x="502920" y="2384755"/>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927909"/>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PRE-OPENING: LICENSING, LEGAL, INSURANCE, HIRING</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2026-09-03T06:37:24Z</dcterms:created>
  <dcterms:modified xsi:type="dcterms:W3CDTF">2026-09-03T06:37:24Z</dcterms:modified>
</cp:coreProperties>
</file>