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a cold shell behind floor-to-ceiling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Drawn to program. The test fit against Suite 210 follows in design.</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The architect produces the real test fit against the suite’s as-builts during design.</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here: the paths by which an investor realizes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Marina del Rey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licensed clinic that most of this category cannot legally become.</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53"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9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9"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2026-10-07T06:44:12Z</dcterms:created>
  <dcterms:modified xsi:type="dcterms:W3CDTF">2026-10-07T06:44:12Z</dcterms:modified>
</cp:coreProperties>
</file>